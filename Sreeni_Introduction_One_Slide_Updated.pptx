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D9D9A"/>
          </a:solidFill>
          <a:ln w="12700">
            <a:solidFill>
              <a:srgbClr val="0D9D9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6583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HELLO, I’M SREENI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 – AI/ML Engineering  |  Optum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48056" y="1307592"/>
            <a:ext cx="5541264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307592"/>
            <a:ext cx="5541264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545336"/>
            <a:ext cx="1956816" cy="329184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0934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9659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16+ years at Optum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2368296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Architecture background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" y="2706624"/>
            <a:ext cx="5020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Passionate about AI innovation, technology, and building solutions that deliver meaningful business impact.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PHOTO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" y="3822192"/>
            <a:ext cx="5065776" cy="2359152"/>
          </a:xfrm>
          <a:prstGeom prst="roundRect">
            <a:avLst>
              <a:gd name="adj" fmla="val 3101"/>
            </a:avLst>
          </a:prstGeom>
          <a:solidFill>
            <a:srgbClr val="EDF5F8"/>
          </a:solidFill>
          <a:ln w="19050">
            <a:solidFill>
              <a:srgbClr val="7FA8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61288" y="4846320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Insert → Pictures to add your photo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19088" y="1545336"/>
            <a:ext cx="1700784" cy="329184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609344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FAMILY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1965960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Jhansi • Jashwanth • Sri Karthika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9088" y="2322576"/>
            <a:ext cx="50200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2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Jhansi is an AI Technical Leader at Tech Mahindra. Proud parents to Jashwanth (11) and Sri Karthika (5).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419088" y="303580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HOBBIES &amp; INTERESTS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19088" y="3374136"/>
            <a:ext cx="1389888" cy="292608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42900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Cricket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36992" y="3374136"/>
            <a:ext cx="1773936" cy="292608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28432" y="34290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Temple visits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7232" y="3374136"/>
            <a:ext cx="1627632" cy="292608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48672" y="342900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books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19088" y="3739896"/>
            <a:ext cx="1673352" cy="292608"/>
          </a:xfrm>
          <a:prstGeom prst="roundRect">
            <a:avLst/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794760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28232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PHOTO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19088" y="4443984"/>
            <a:ext cx="5074920" cy="1737360"/>
          </a:xfrm>
          <a:prstGeom prst="roundRect">
            <a:avLst>
              <a:gd name="adj" fmla="val 4211"/>
            </a:avLst>
          </a:prstGeom>
          <a:solidFill>
            <a:srgbClr val="EDF5F8"/>
          </a:solidFill>
          <a:ln w="19050">
            <a:solidFill>
              <a:srgbClr val="7FA8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0568" y="51663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2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Insert → Pictures to add your family photo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6611112"/>
            <a:ext cx="11247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66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Excited to connect, collaborate, and build impactful AI solutions together!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Sreeni — Professional and Personal Introduction</dc:title>
  <dc:subject>One-slide introduction with editable family and portrait photo spaces</dc:subject>
  <dc:creator>OpenAI</dc:creator>
  <cp:lastModifiedBy>OpenAI</cp:lastModifiedBy>
  <cp:revision>1</cp:revision>
  <dcterms:created xsi:type="dcterms:W3CDTF">2026-10-23T11:14:16Z</dcterms:created>
  <dcterms:modified xsi:type="dcterms:W3CDTF">2026-10-23T11:14:16Z</dcterms:modified>
</cp:coreProperties>
</file>